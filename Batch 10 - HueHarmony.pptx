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7" r:id="rId5"/>
    <p:sldId id="258" r:id="rId6"/>
    <p:sldId id="259" r:id="rId7"/>
    <p:sldId id="260" r:id="rId8"/>
    <p:sldId id="262" r:id="rId9"/>
    <p:sldId id="26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630" autoAdjust="0"/>
  </p:normalViewPr>
  <p:slideViewPr>
    <p:cSldViewPr snapToGrid="0">
      <p:cViewPr varScale="1">
        <p:scale>
          <a:sx n="60" d="100"/>
          <a:sy n="60" d="100"/>
        </p:scale>
        <p:origin x="9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3CDC1-DD0F-4071-823B-A26F79B586A8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20FFA-C453-452E-8966-553E24D9F9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30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20FFA-C453-452E-8966-553E24D9F9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13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20FFA-C453-452E-8966-553E24D9F9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978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F324-9224-8F93-EA5D-9A45D0970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E16C8-7197-D10D-035F-371EEBC5E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0FDE4-8425-6879-0D82-2A5AE5AC1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5C9FA-BCE9-A795-DCEB-03CBC3CE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3420A-92FE-AA18-4B78-B6A400F2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97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C020-EAC2-8F11-289C-6B716391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F8313-56F2-DE28-8FD8-B6F1527CE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41E82-CF26-54A7-23E2-C401344A0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434F0-733D-CE80-E0A9-1BF6955A0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B2960-2427-179E-8595-ADD86644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03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9D68-B04D-7E15-FF1C-D2CBB73D5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3DCE2-FDDE-85C0-56AF-5B36BDAE9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A9399-14C2-D69F-EBDB-896562C5C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F0689-614A-EFDE-2F6A-EDA63F666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266A8-DC92-4A19-B5DD-6F9B2559E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93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4E187-82EE-C736-5879-F983F276F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CB04F-CDE3-0E2B-4D13-FD3E9893D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F7B14-568D-191B-6892-A6C6BA1EC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A4D8B-C952-53AA-E059-62C73847C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A8D2A-EEFC-5268-741E-3C78B3B53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87C4E-5493-5D72-104B-F121AA9F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02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F0CB-E749-4F14-DB04-F8DE67F35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1910E-F979-EAC1-DBE5-E241AC2D9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53C7C-786E-607B-F365-46E86A5DD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31ADA-8D85-90D7-ED70-7821E8B8AA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F8B037-E782-F1EB-EE15-3D158B0EF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44D08-7F87-09F4-8CA9-6847E91A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680106-6C67-2016-3A76-08ADF252D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8BBD6-46FE-8092-0E15-8B9EE2E5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79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719A-5A96-643E-4FE2-A6C8868E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A6AFC6-EF2C-7F5B-5921-3D8C83108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85221-76D7-C2E9-DD03-9C7DC9B7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0F53C0-C0AD-5E76-2643-BFF66CB6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39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AA251-7F2B-FA5E-141D-8A3A222E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01AEA-C757-5D42-6F3C-759BD9EB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7FADE-7E75-26F3-B4FB-6251D59A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88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6E69-0BDF-1437-ED3B-4DCB8F84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3567-819C-11AF-6984-44978174D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E31E1-B486-0E17-BFBE-DD1D1E98A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81F6-26B5-6F00-40CE-34A83604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C193A-A353-326D-6758-208C6071B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A95B9-AEDB-C589-8AF9-797B023C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89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23BC-0FCE-8FA7-1CF0-1F89ECC7D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D7DEA-E6F7-958F-AC9D-8B69666E7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04351-6327-1780-95E3-B86D12799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26222-5B3F-1D58-DA75-14561382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B94BC-0EA9-C144-528E-8769AE4F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5B90A-A368-4A7A-8822-43C66E1C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692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38CB-EF1C-D555-4DDF-D52D8E8D7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5CBC4-4E3F-170A-38E2-A62AC57B0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3B672-937E-5A9A-FF21-9726F5D51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BCC14-B9BC-05FE-3CEC-7576452B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58C2A-1393-848D-5028-EF76DA48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00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F8AC4-F934-24EB-EF4A-9879299F8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66B3D-E97A-3599-C95F-9B2A7321B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C50CA-31A4-1712-8915-5C68C2A13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65E26-4967-5294-4968-D3B7FDCC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9DF04-ABD1-9419-1302-EA14458E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48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8C3C5-FD04-B66A-6A7B-7BD30918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7AC13-0541-04DA-D28C-B09F30902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8DF9D-3ED3-D56B-4020-726AF8B90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E8542-6304-4302-A12E-42D32E42C61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7F98B-FDB8-316B-6662-B02FC005D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5C3F2-04C1-B47E-0AD3-45B9B1303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68099-88B3-487D-A577-DE9EC41F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23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Color Blindness: Causes, Symptoms, and Treatment">
            <a:extLst>
              <a:ext uri="{FF2B5EF4-FFF2-40B4-BE49-F238E27FC236}">
                <a16:creationId xmlns:a16="http://schemas.microsoft.com/office/drawing/2014/main" id="{4BFA2160-D9E2-6355-E09E-8D05F0168D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86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129" name="Straight Connector 5128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1418833-57C3-F590-8A4F-27F76915EDF5}"/>
              </a:ext>
            </a:extLst>
          </p:cNvPr>
          <p:cNvSpPr txBox="1"/>
          <p:nvPr/>
        </p:nvSpPr>
        <p:spPr>
          <a:xfrm>
            <a:off x="897769" y="1909192"/>
            <a:ext cx="4586513" cy="364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Functionality of HueHarmony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Features: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Understanding color blindness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App tutorial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Color vision tests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Real time Color Filters</a:t>
            </a:r>
          </a:p>
        </p:txBody>
      </p:sp>
      <p:cxnSp>
        <p:nvCxnSpPr>
          <p:cNvPr id="5131" name="Straight Connector 5130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34869ECF-EB7F-C0E0-0E97-0FBEC2BC6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1510" y="0"/>
            <a:ext cx="30689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498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Rectangle 206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6" name="Straight Connector 206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BE683A9-C5C0-D817-3C2C-01F03B62B381}"/>
              </a:ext>
            </a:extLst>
          </p:cNvPr>
          <p:cNvSpPr txBox="1"/>
          <p:nvPr/>
        </p:nvSpPr>
        <p:spPr>
          <a:xfrm>
            <a:off x="1295400" y="2288833"/>
            <a:ext cx="4800600" cy="3711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Understanding Color Blindness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>
              <a:solidFill>
                <a:schemeClr val="bg1"/>
              </a:solidFill>
              <a:effectLst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chemeClr val="bg1"/>
                </a:solidFill>
                <a:effectLst/>
              </a:rPr>
              <a:t>Color blindness, also known as color vision deficiency (CVD), is a condition that makes it difficult to see or differentiate colors. 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chemeClr val="bg1"/>
                </a:solidFill>
                <a:effectLst/>
              </a:rPr>
              <a:t>It can range from a minor inconvenience to a complete inability to see color. 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chemeClr val="bg1"/>
                </a:solidFill>
                <a:effectLst/>
              </a:rPr>
              <a:t>There are three types- red, blue and green.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340081A-4C62-0FD7-75D0-3F604D0B6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0042" y="119743"/>
            <a:ext cx="3068954" cy="601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8" name="Straight Connector 2067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329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308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090" name="Straight Connector 308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CF834D1-4D92-CA9C-D989-C746BB5FF288}"/>
              </a:ext>
            </a:extLst>
          </p:cNvPr>
          <p:cNvSpPr txBox="1"/>
          <p:nvPr/>
        </p:nvSpPr>
        <p:spPr>
          <a:xfrm>
            <a:off x="757607" y="2321490"/>
            <a:ext cx="4800600" cy="3711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</a:rPr>
              <a:t>Ishihara Test</a:t>
            </a:r>
          </a:p>
          <a:p>
            <a:pPr indent="-228600">
              <a:lnSpc>
                <a:spcPct val="90000"/>
              </a:lnSpc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endParaRPr lang="en-US" sz="2000" b="1" i="0" dirty="0">
              <a:solidFill>
                <a:schemeClr val="bg1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You have to enter the number(s) for each plate you can see. If you don't see anything just click to the next button. There will be 12 plates , the results will be stored in pdf format in your devices.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076" name="Picture 4" descr="Color deficiency">
            <a:extLst>
              <a:ext uri="{FF2B5EF4-FFF2-40B4-BE49-F238E27FC236}">
                <a16:creationId xmlns:a16="http://schemas.microsoft.com/office/drawing/2014/main" id="{1DEB041F-91A2-7020-259C-982040D06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2120" y="195943"/>
            <a:ext cx="4562273" cy="228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3C6F8EF-D807-6B85-DDB1-7BE082C48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4791" y="2673022"/>
            <a:ext cx="2558140" cy="389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92" name="Straight Connector 3091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0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146" name="Picture 2" descr="Color deficiency">
            <a:extLst>
              <a:ext uri="{FF2B5EF4-FFF2-40B4-BE49-F238E27FC236}">
                <a16:creationId xmlns:a16="http://schemas.microsoft.com/office/drawing/2014/main" id="{2A08F263-1953-FF54-678F-14A340227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7" r="4228" b="1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91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" name="Rectangle 4113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116" name="Straight Connector 4115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8FD426A-4CB8-3E01-2879-6930CAF77455}"/>
              </a:ext>
            </a:extLst>
          </p:cNvPr>
          <p:cNvSpPr txBox="1"/>
          <p:nvPr/>
        </p:nvSpPr>
        <p:spPr>
          <a:xfrm>
            <a:off x="897769" y="1909192"/>
            <a:ext cx="4586513" cy="364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Real time color Filters</a:t>
            </a:r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You can open the camera and point to the objects which displays the respective colors.</a:t>
            </a:r>
          </a:p>
        </p:txBody>
      </p:sp>
      <p:cxnSp>
        <p:nvCxnSpPr>
          <p:cNvPr id="4118" name="Straight Connector 4117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>
            <a:extLst>
              <a:ext uri="{FF2B5EF4-FFF2-40B4-BE49-F238E27FC236}">
                <a16:creationId xmlns:a16="http://schemas.microsoft.com/office/drawing/2014/main" id="{D56555B2-4532-E33F-2939-B55D57F3D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62910" y="0"/>
            <a:ext cx="30689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4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B263D49-2C34-138C-F4AC-95F387FFFEFD}"/>
              </a:ext>
            </a:extLst>
          </p:cNvPr>
          <p:cNvSpPr txBox="1"/>
          <p:nvPr/>
        </p:nvSpPr>
        <p:spPr>
          <a:xfrm>
            <a:off x="3215729" y="1764407"/>
            <a:ext cx="5760846" cy="2310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See the world in different light</a:t>
            </a:r>
          </a:p>
        </p:txBody>
      </p:sp>
    </p:spTree>
    <p:extLst>
      <p:ext uri="{BB962C8B-B14F-4D97-AF65-F5344CB8AC3E}">
        <p14:creationId xmlns:p14="http://schemas.microsoft.com/office/powerpoint/2010/main" val="2780527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8D6453F5B7A341ACDA62DC3F68D470" ma:contentTypeVersion="6" ma:contentTypeDescription="Create a new document." ma:contentTypeScope="" ma:versionID="232c7fdbf57f051a3648b21996b8fea1">
  <xsd:schema xmlns:xsd="http://www.w3.org/2001/XMLSchema" xmlns:xs="http://www.w3.org/2001/XMLSchema" xmlns:p="http://schemas.microsoft.com/office/2006/metadata/properties" xmlns:ns3="b7b8f857-f9d1-45fe-a94b-5945a5e490ea" targetNamespace="http://schemas.microsoft.com/office/2006/metadata/properties" ma:root="true" ma:fieldsID="a13586acac8c99463a8558a895921aaa" ns3:_="">
    <xsd:import namespace="b7b8f857-f9d1-45fe-a94b-5945a5e490e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b8f857-f9d1-45fe-a94b-5945a5e490e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b8f857-f9d1-45fe-a94b-5945a5e490ea" xsi:nil="true"/>
  </documentManagement>
</p:properties>
</file>

<file path=customXml/itemProps1.xml><?xml version="1.0" encoding="utf-8"?>
<ds:datastoreItem xmlns:ds="http://schemas.openxmlformats.org/officeDocument/2006/customXml" ds:itemID="{5337644B-BB8D-43FD-A561-94E865FDD9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b8f857-f9d1-45fe-a94b-5945a5e490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2E6C7B-22A9-4C6C-BEF4-DDC8B7E135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05E243-3A19-4DAA-83AC-515E3233181D}">
  <ds:schemaRefs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b7b8f857-f9d1-45fe-a94b-5945a5e490e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146</Words>
  <Application>Microsoft Office PowerPoint</Application>
  <PresentationFormat>Widescreen</PresentationFormat>
  <Paragraphs>22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Veena, S</dc:creator>
  <cp:lastModifiedBy>Veena, S</cp:lastModifiedBy>
  <cp:revision>1</cp:revision>
  <dcterms:created xsi:type="dcterms:W3CDTF">2025-01-20T06:38:54Z</dcterms:created>
  <dcterms:modified xsi:type="dcterms:W3CDTF">2025-01-20T07:20:10Z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0x0101007E8D6453F5B7A341ACDA62DC3F68D470</vt:lpwstr>
  </property>
</Properties>
</file>